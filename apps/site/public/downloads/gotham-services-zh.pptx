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f1a1b5343c4e5b" /><Relationship Type="http://schemas.openxmlformats.org/officeDocument/2006/relationships/extended-properties" Target="/docProps/app.xml" Id="Rfc9035d736ed4529" /><Relationship Type="http://schemas.openxmlformats.org/officeDocument/2006/relationships/officeDocument" Target="/ppt/presentation.xml" Id="Rd02151b718f343df" /></Relationships>
</file>

<file path=ppt/presentation.xml><?xml version="1.0" encoding="utf-8"?>
<p:presentation xmlns:p="http://schemas.openxmlformats.org/presentationml/2006/main">
  <p:sldMasterIdLst>
    <p:sldMasterId xmlns:r="http://schemas.openxmlformats.org/officeDocument/2006/relationships" id="2147483648" r:id="Ra1645f3f94ea4bcc"/>
  </p:sldMasterIdLst>
  <p:notesMasterIdLst>
    <p:notesMasterId xmlns:r="http://schemas.openxmlformats.org/officeDocument/2006/relationships" r:id="R8f79e9458f664a1b"/>
  </p:notesMasterIdLst>
  <p:sldIdLst>
    <p:sldId xmlns:r="http://schemas.openxmlformats.org/officeDocument/2006/relationships" id="256" r:id="R97b883eee68a4a48"/>
    <p:sldId xmlns:r="http://schemas.openxmlformats.org/officeDocument/2006/relationships" id="257" r:id="Rf2be3d60aaf04004"/>
    <p:sldId xmlns:r="http://schemas.openxmlformats.org/officeDocument/2006/relationships" id="258" r:id="R2d83780f446840b2"/>
    <p:sldId xmlns:r="http://schemas.openxmlformats.org/officeDocument/2006/relationships" id="259" r:id="Rc0523b6603d04bb6"/>
    <p:sldId xmlns:r="http://schemas.openxmlformats.org/officeDocument/2006/relationships" id="260" r:id="R5ae63af681ab4a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812f9f90af4986" /><Relationship Type="http://schemas.openxmlformats.org/officeDocument/2006/relationships/slideMaster" Target="/ppt/slideMasters/slideMaster1.xml" Id="Ra1645f3f94ea4bcc" /><Relationship Type="http://schemas.openxmlformats.org/officeDocument/2006/relationships/notesMaster" Target="/ppt/notesMasters/notesMaster1.xml" Id="R8f79e9458f664a1b" /><Relationship Type="http://schemas.openxmlformats.org/officeDocument/2006/relationships/presProps" Target="/ppt/presProps.xml" Id="R41f18e4dd0274682" /><Relationship Type="http://schemas.openxmlformats.org/officeDocument/2006/relationships/tableStyles" Target="/ppt/tableStyles.xml" Id="R847ea10395154481" /><Relationship Type="http://schemas.openxmlformats.org/officeDocument/2006/relationships/slide" Target="/ppt/slides/slide1.xml" Id="R97b883eee68a4a48" /><Relationship Type="http://schemas.openxmlformats.org/officeDocument/2006/relationships/slide" Target="/ppt/slides/slide2.xml" Id="Rf2be3d60aaf04004" /><Relationship Type="http://schemas.openxmlformats.org/officeDocument/2006/relationships/slide" Target="/ppt/slides/slide3.xml" Id="R2d83780f446840b2" /><Relationship Type="http://schemas.openxmlformats.org/officeDocument/2006/relationships/slide" Target="/ppt/slides/slide4.xml" Id="Rc0523b6603d04bb6" /><Relationship Type="http://schemas.openxmlformats.org/officeDocument/2006/relationships/slide" Target="/ppt/slides/slide5.xml" Id="R5ae63af681ab4a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82c923bf2b49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256d3aec64a6f" /><Relationship Type="http://schemas.openxmlformats.org/officeDocument/2006/relationships/notesMaster" Target="/ppt/notesMasters/notesMaster1.xml" Id="R6a68b6b340c74e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3fdbfd414242fa" /><Relationship Type="http://schemas.openxmlformats.org/officeDocument/2006/relationships/notesMaster" Target="/ppt/notesMasters/notesMaster1.xml" Id="R0943a545802846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60a52134b841b5" /><Relationship Type="http://schemas.openxmlformats.org/officeDocument/2006/relationships/notesMaster" Target="/ppt/notesMasters/notesMaster1.xml" Id="R7bd34a41dc9f4a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1ab4a6aef34520" /><Relationship Type="http://schemas.openxmlformats.org/officeDocument/2006/relationships/notesMaster" Target="/ppt/notesMasters/notesMaster1.xml" Id="R5277988738ca41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b22a3e5b57459f" /><Relationship Type="http://schemas.openxmlformats.org/officeDocument/2006/relationships/notesMaster" Target="/ppt/notesMasters/notesMaster1.xml" Id="Ra954ecb00db149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8173e79c0744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530f6fb1ce4db1" /><Relationship Type="http://schemas.openxmlformats.org/officeDocument/2006/relationships/slideLayout" Target="/ppt/slideLayouts/slideLayout1.xml" Id="Rc753871f3e6444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53871f3e6444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7cb3578637477d" /><Relationship Type="http://schemas.openxmlformats.org/officeDocument/2006/relationships/image" Target="/ppt/media/image.png" Id="R1188470c51db4dab" /><Relationship Type="http://schemas.openxmlformats.org/officeDocument/2006/relationships/image" Target="/ppt/media/image2.png" Id="R0ea1cc43c6a34d6c" /><Relationship Type="http://schemas.openxmlformats.org/officeDocument/2006/relationships/notesSlide" Target="/ppt/notesSlides/notesSlide1.xml" Id="R1d11a42751e149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15acafeebd4e4c" /><Relationship Type="http://schemas.openxmlformats.org/officeDocument/2006/relationships/image" Target="/ppt/media/image3.png" Id="Rc156308d76da40c9" /><Relationship Type="http://schemas.openxmlformats.org/officeDocument/2006/relationships/notesSlide" Target="/ppt/notesSlides/notesSlide2.xml" Id="Rb62fa7a5c08e40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6f33549e604f65" /><Relationship Type="http://schemas.openxmlformats.org/officeDocument/2006/relationships/image" Target="/ppt/media/image4.png" Id="R235bc1f744994b08" /><Relationship Type="http://schemas.openxmlformats.org/officeDocument/2006/relationships/notesSlide" Target="/ppt/notesSlides/notesSlide3.xml" Id="Ra37679189e054e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f59b8f7bdc49af" /><Relationship Type="http://schemas.openxmlformats.org/officeDocument/2006/relationships/image" Target="/ppt/media/image5.png" Id="R95e37cfbb8474ebc" /><Relationship Type="http://schemas.openxmlformats.org/officeDocument/2006/relationships/notesSlide" Target="/ppt/notesSlides/notesSlide4.xml" Id="R22e6505497c342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47e8ddfc604bcd" /><Relationship Type="http://schemas.openxmlformats.org/officeDocument/2006/relationships/image" Target="/ppt/media/image6.png" Id="R4b34b98661b847ec" /><Relationship Type="http://schemas.openxmlformats.org/officeDocument/2006/relationships/image" Target="/ppt/media/image7.png" Id="Rbb182b3031a545f6" /><Relationship Type="http://schemas.openxmlformats.org/officeDocument/2006/relationships/image" Target="/ppt/media/image8.png" Id="R6bd1e8c165a44006" /><Relationship Type="http://schemas.openxmlformats.org/officeDocument/2006/relationships/notesSlide" Target="/ppt/notesSlides/notesSlide5.xml" Id="R3fa96b06b9d441ae" /></Relationships>
</file>

<file path=ppt/slides/slide1.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88470c51db4dab"/>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ea1cc43c6a34d6c"/>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C332E4-DD3B-4610-B2D7-1275C3AF6E74}"/>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4" name="">
            <a:extLst xmlns:a="http://schemas.openxmlformats.org/drawingml/2006/main">
              <a:ext uri="{FF2B5EF4-FFF2-40B4-BE49-F238E27FC236}">
                <a16:creationId xmlns:a16="http://schemas.microsoft.com/office/drawing/2014/main" id="{BAAB2D40-F049-41F7-B379-C3BD1268B84A}"/>
              </a:ext>
            </a:extLst>
          </p:cNvPr>
          <p:cNvSpPr>
            <a:spLocks xmlns:a="http://schemas.openxmlformats.org/drawingml/2006/main" noGrp="1"/>
          </p:cNvSpPr>
          <p:nvPr/>
        </p:nvSpPr>
        <p:spPr>
          <a:xfrm xmlns:a="http://schemas.openxmlformats.org/drawingml/2006/main">
            <a:off x="609600" y="2009775"/>
            <a:ext cx="647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Unicode MS"/>
                <a:ea typeface="Arial Unicode MS"/>
                <a:cs typeface="Arial Unicode MS"/>
              </a:defRPr>
            </a:pPr>
            <a:r>
              <a:rPr sz="5250" b="1">
                <a:solidFill>
                  <a:srgbClr val="FFFFFF"/>
                </a:solidFill>
                <a:latin typeface="Arial Unicode MS"/>
                <a:ea typeface="Arial Unicode MS"/>
                <a:cs typeface="Arial Unicode MS"/>
              </a:rPr>
              <a:t>在加纳</a:t>
            </a:r>
          </a:p>
          <a:p xmlns:a="http://schemas.openxmlformats.org/drawingml/2006/main">
            <a:pPr>
              <a:defRPr sz="5250" b="1">
                <a:solidFill>
                  <a:srgbClr val="FFFFFF"/>
                </a:solidFill>
                <a:latin typeface="Arial Unicode MS"/>
                <a:ea typeface="Arial Unicode MS"/>
                <a:cs typeface="Arial Unicode MS"/>
              </a:defRPr>
            </a:pPr>
            <a:r>
              <a:rPr sz="5250" b="1">
                <a:solidFill>
                  <a:srgbClr val="FFFFFF"/>
                </a:solidFill>
                <a:latin typeface="Arial Unicode MS"/>
                <a:ea typeface="Arial Unicode MS"/>
                <a:cs typeface="Arial Unicode MS"/>
              </a:rPr>
              <a:t>建立合作伙伴关系</a:t>
            </a:r>
          </a:p>
        </p:txBody>
      </p:sp>
      <p:sp>
        <p:nvSpPr>
          <p:cNvPr id="5" name="">
            <a:extLst xmlns:a="http://schemas.openxmlformats.org/drawingml/2006/main">
              <a:ext uri="{FF2B5EF4-FFF2-40B4-BE49-F238E27FC236}">
                <a16:creationId xmlns:a16="http://schemas.microsoft.com/office/drawing/2014/main" id="{18AE5A87-7AAF-4643-B402-B33C167F1FFB}"/>
              </a:ext>
            </a:extLst>
          </p:cNvPr>
          <p:cNvSpPr>
            <a:spLocks xmlns:a="http://schemas.openxmlformats.org/drawingml/2006/main" noGrp="1"/>
          </p:cNvSpPr>
          <p:nvPr/>
        </p:nvSpPr>
        <p:spPr>
          <a:xfrm xmlns:a="http://schemas.openxmlformats.org/drawingml/2006/main">
            <a:off x="628650" y="46577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4E8EF"/>
                </a:solidFill>
                <a:latin typeface="Arial Unicode MS"/>
                <a:ea typeface="Arial Unicode MS"/>
                <a:cs typeface="Arial Unicode MS"/>
              </a:defRPr>
            </a:pPr>
            <a:r>
              <a:rPr sz="2475" b="0">
                <a:solidFill>
                  <a:srgbClr val="E4E8EF"/>
                </a:solidFill>
                <a:latin typeface="Arial Unicode MS"/>
                <a:ea typeface="Arial Unicode MS"/>
                <a:cs typeface="Arial Unicode MS"/>
              </a:rPr>
              <a:t>企业咨询、技术</a:t>
            </a:r>
          </a:p>
          <a:p xmlns:a="http://schemas.openxmlformats.org/drawingml/2006/main">
            <a:pPr>
              <a:defRPr sz="2475" b="0">
                <a:solidFill>
                  <a:srgbClr val="E4E8EF"/>
                </a:solidFill>
                <a:latin typeface="Arial Unicode MS"/>
                <a:ea typeface="Arial Unicode MS"/>
                <a:cs typeface="Arial Unicode MS"/>
              </a:defRPr>
            </a:pPr>
            <a:r>
              <a:rPr sz="2475" b="0">
                <a:solidFill>
                  <a:srgbClr val="E4E8EF"/>
                </a:solidFill>
                <a:latin typeface="Arial Unicode MS"/>
                <a:ea typeface="Arial Unicode MS"/>
                <a:cs typeface="Arial Unicode MS"/>
              </a:rPr>
              <a:t>与国际项目</a:t>
            </a:r>
          </a:p>
        </p:txBody>
      </p:sp>
      <p:sp>
        <p:nvSpPr>
          <p:cNvPr id="6" name="">
            <a:extLst xmlns:a="http://schemas.openxmlformats.org/drawingml/2006/main">
              <a:ext uri="{FF2B5EF4-FFF2-40B4-BE49-F238E27FC236}">
                <a16:creationId xmlns:a16="http://schemas.microsoft.com/office/drawing/2014/main" id="{0AED396F-9F40-4DF7-9A9E-BB501661714A}"/>
              </a:ext>
            </a:extLst>
          </p:cNvPr>
          <p:cNvSpPr>
            <a:spLocks xmlns:a="http://schemas.openxmlformats.org/drawingml/2006/main" noGrp="1"/>
          </p:cNvSpPr>
          <p:nvPr/>
        </p:nvSpPr>
        <p:spPr>
          <a:xfrm xmlns:a="http://schemas.openxmlformats.org/drawingml/2006/main">
            <a:off x="628650" y="61245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p:txBody>
      </p:sp>
    </p:spTree>
    <p:extLst>
      <p:ext uri="{BB962C8B-B14F-4D97-AF65-F5344CB8AC3E}">
        <p14:creationId xmlns:p14="http://schemas.microsoft.com/office/powerpoint/2010/main" val="1615621354"/>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6E3A6A-A1AF-4818-9FF5-7212F07E117B}"/>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F91351FB-4C2B-437B-91E7-108D90794EAA}"/>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Unicode MS"/>
                <a:ea typeface="Arial Unicode MS"/>
                <a:cs typeface="Arial Unicode MS"/>
              </a:defRPr>
            </a:pPr>
            <a:r>
              <a:rPr sz="4200" b="1">
                <a:solidFill>
                  <a:srgbClr val="101C2E"/>
                </a:solidFill>
                <a:latin typeface="Arial Unicode MS"/>
                <a:ea typeface="Arial Unicode MS"/>
                <a:cs typeface="Arial Unicode MS"/>
              </a:rPr>
              <a:t>企业与投资</a:t>
            </a:r>
          </a:p>
        </p:txBody>
      </p:sp>
      <p:sp>
        <p:nvSpPr>
          <p:cNvPr id="3" name="">
            <a:extLst xmlns:a="http://schemas.openxmlformats.org/drawingml/2006/main">
              <a:ext uri="{FF2B5EF4-FFF2-40B4-BE49-F238E27FC236}">
                <a16:creationId xmlns:a16="http://schemas.microsoft.com/office/drawing/2014/main" id="{906117B7-E022-4AE8-ABDB-CC553B89C3C3}"/>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4EAAB02-5C2B-475A-980B-6B7270791711}"/>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企业设立与市场准入</a:t>
            </a:r>
          </a:p>
        </p:txBody>
      </p:sp>
      <p:sp>
        <p:nvSpPr>
          <p:cNvPr id="5" name="">
            <a:extLst xmlns:a="http://schemas.openxmlformats.org/drawingml/2006/main">
              <a:ext uri="{FF2B5EF4-FFF2-40B4-BE49-F238E27FC236}">
                <a16:creationId xmlns:a16="http://schemas.microsoft.com/office/drawing/2014/main" id="{AF239467-6D9B-4260-A7E4-4ED47ADE7251}"/>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912587DE-0B17-48AA-B678-AE9E3C484C5E}"/>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商业计划与财务模型</a:t>
            </a:r>
          </a:p>
        </p:txBody>
      </p:sp>
      <p:sp>
        <p:nvSpPr>
          <p:cNvPr id="7" name="">
            <a:extLst xmlns:a="http://schemas.openxmlformats.org/drawingml/2006/main">
              <a:ext uri="{FF2B5EF4-FFF2-40B4-BE49-F238E27FC236}">
                <a16:creationId xmlns:a16="http://schemas.microsoft.com/office/drawing/2014/main" id="{7A7BF057-B960-4B54-B3E2-1044FF680224}"/>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C2904F2-EF70-4E2A-A970-A32007B99AC9}"/>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合作伙伴与项目尽职调查</a:t>
            </a:r>
          </a:p>
        </p:txBody>
      </p:sp>
      <p:sp>
        <p:nvSpPr>
          <p:cNvPr id="9" name="">
            <a:extLst xmlns:a="http://schemas.openxmlformats.org/drawingml/2006/main">
              <a:ext uri="{FF2B5EF4-FFF2-40B4-BE49-F238E27FC236}">
                <a16:creationId xmlns:a16="http://schemas.microsoft.com/office/drawing/2014/main" id="{E0D99D43-92C4-4B83-90A0-6EEF5FA1116E}"/>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B0FA42E-7B90-4F2C-937C-F0296B5DB577}"/>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合规与 ESG 支持</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156308d76da40c9"/>
          <a:srcRect xmlns:a="http://schemas.openxmlformats.org/drawingml/2006/main" l="18815" t="0" r="18815"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785187442"/>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617675-6259-4EE7-9543-D99EBF0830D0}"/>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ED7984B9-B7FF-4081-BF6D-3FCEB6E7C9F5}"/>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Unicode MS"/>
                <a:ea typeface="Arial Unicode MS"/>
                <a:cs typeface="Arial Unicode MS"/>
              </a:defRPr>
            </a:pPr>
            <a:r>
              <a:rPr sz="4200" b="1">
                <a:solidFill>
                  <a:srgbClr val="101C2E"/>
                </a:solidFill>
                <a:latin typeface="Arial Unicode MS"/>
                <a:ea typeface="Arial Unicode MS"/>
                <a:cs typeface="Arial Unicode MS"/>
              </a:rPr>
              <a:t>人工智能、数字化与创意服务</a:t>
            </a:r>
          </a:p>
        </p:txBody>
      </p:sp>
      <p:sp>
        <p:nvSpPr>
          <p:cNvPr id="3" name="">
            <a:extLst xmlns:a="http://schemas.openxmlformats.org/drawingml/2006/main">
              <a:ext uri="{FF2B5EF4-FFF2-40B4-BE49-F238E27FC236}">
                <a16:creationId xmlns:a16="http://schemas.microsoft.com/office/drawing/2014/main" id="{81404BF0-53BF-4A4E-AA8C-141A30D6D3FE}"/>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37A41E2-CC78-45BC-991F-99A71B7A36A9}"/>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人工智能准备度评估与员工培训</a:t>
            </a:r>
          </a:p>
        </p:txBody>
      </p:sp>
      <p:sp>
        <p:nvSpPr>
          <p:cNvPr id="5" name="">
            <a:extLst xmlns:a="http://schemas.openxmlformats.org/drawingml/2006/main">
              <a:ext uri="{FF2B5EF4-FFF2-40B4-BE49-F238E27FC236}">
                <a16:creationId xmlns:a16="http://schemas.microsoft.com/office/drawing/2014/main" id="{B88CC223-B77C-4AFB-B394-1A548254B659}"/>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B6F6B29-F733-4E5B-8FCD-3F57C07D49D6}"/>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财务与报告自动化</a:t>
            </a:r>
          </a:p>
        </p:txBody>
      </p:sp>
      <p:sp>
        <p:nvSpPr>
          <p:cNvPr id="7" name="">
            <a:extLst xmlns:a="http://schemas.openxmlformats.org/drawingml/2006/main">
              <a:ext uri="{FF2B5EF4-FFF2-40B4-BE49-F238E27FC236}">
                <a16:creationId xmlns:a16="http://schemas.microsoft.com/office/drawing/2014/main" id="{E7ADCB9E-274E-4BAE-8E62-D85997BB9C81}"/>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7C2B2222-C0C2-4AEE-98E9-1F4007B76594}"/>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网站、应用程序与托管服务</a:t>
            </a:r>
          </a:p>
        </p:txBody>
      </p:sp>
      <p:sp>
        <p:nvSpPr>
          <p:cNvPr id="9" name="">
            <a:extLst xmlns:a="http://schemas.openxmlformats.org/drawingml/2006/main">
              <a:ext uri="{FF2B5EF4-FFF2-40B4-BE49-F238E27FC236}">
                <a16:creationId xmlns:a16="http://schemas.microsoft.com/office/drawing/2014/main" id="{71B4B1A4-F41F-430A-A9FC-CBA32E44C0BA}"/>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A7BFED8-6CC7-432A-8C37-63EFDFC33C14}"/>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广告配乐、广告制作与配音</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35bc1f744994b08"/>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289488063"/>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EF3F73-42B2-4C2D-AB88-9D3F601DA32C}"/>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B2EFDCA5-E66F-4232-8EE0-B9DC927AB011}"/>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Unicode MS"/>
                <a:ea typeface="Arial Unicode MS"/>
                <a:cs typeface="Arial Unicode MS"/>
              </a:defRPr>
            </a:pPr>
            <a:r>
              <a:rPr sz="4200" b="1">
                <a:solidFill>
                  <a:srgbClr val="101C2E"/>
                </a:solidFill>
                <a:latin typeface="Arial Unicode MS"/>
                <a:ea typeface="Arial Unicode MS"/>
                <a:cs typeface="Arial Unicode MS"/>
              </a:rPr>
              <a:t>项目与合作伙伴关系</a:t>
            </a:r>
          </a:p>
        </p:txBody>
      </p:sp>
      <p:sp>
        <p:nvSpPr>
          <p:cNvPr id="3" name="">
            <a:extLst xmlns:a="http://schemas.openxmlformats.org/drawingml/2006/main">
              <a:ext uri="{FF2B5EF4-FFF2-40B4-BE49-F238E27FC236}">
                <a16:creationId xmlns:a16="http://schemas.microsoft.com/office/drawing/2014/main" id="{99249561-C7C1-4266-AF1D-96529443E935}"/>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DFF63A5-18E2-480F-97BA-DD50C50B2A93}"/>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能源、采矿与基础设施</a:t>
            </a:r>
          </a:p>
        </p:txBody>
      </p:sp>
      <p:sp>
        <p:nvSpPr>
          <p:cNvPr id="5" name="">
            <a:extLst xmlns:a="http://schemas.openxmlformats.org/drawingml/2006/main">
              <a:ext uri="{FF2B5EF4-FFF2-40B4-BE49-F238E27FC236}">
                <a16:creationId xmlns:a16="http://schemas.microsoft.com/office/drawing/2014/main" id="{D476E563-804C-48D3-A4B2-D3A2926F4722}"/>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71661A0-C4DB-4F22-AC8A-621A0B374840}"/>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教育与学校发展</a:t>
            </a:r>
          </a:p>
        </p:txBody>
      </p:sp>
      <p:sp>
        <p:nvSpPr>
          <p:cNvPr id="7" name="">
            <a:extLst xmlns:a="http://schemas.openxmlformats.org/drawingml/2006/main">
              <a:ext uri="{FF2B5EF4-FFF2-40B4-BE49-F238E27FC236}">
                <a16:creationId xmlns:a16="http://schemas.microsoft.com/office/drawing/2014/main" id="{02FD45C1-DA39-4CFA-B1EC-D288E34D809C}"/>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9427217-CD89-4DB2-95EE-27243BCF5819}"/>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长者与家庭支持</a:t>
            </a:r>
          </a:p>
        </p:txBody>
      </p:sp>
      <p:sp>
        <p:nvSpPr>
          <p:cNvPr id="9" name="">
            <a:extLst xmlns:a="http://schemas.openxmlformats.org/drawingml/2006/main">
              <a:ext uri="{FF2B5EF4-FFF2-40B4-BE49-F238E27FC236}">
                <a16:creationId xmlns:a16="http://schemas.microsoft.com/office/drawing/2014/main" id="{8F6B6467-FCBC-4185-85B4-8B15B72F1406}"/>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5D72FE17-064E-4E61-BE14-4ABF138A11AC}"/>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Unicode MS"/>
                <a:ea typeface="Arial Unicode MS"/>
                <a:cs typeface="Arial Unicode MS"/>
              </a:defRPr>
            </a:pPr>
            <a:r>
              <a:rPr sz="2325" b="0">
                <a:solidFill>
                  <a:srgbClr val="101C2E"/>
                </a:solidFill>
                <a:latin typeface="Arial Unicode MS"/>
                <a:ea typeface="Arial Unicode MS"/>
                <a:cs typeface="Arial Unicode MS"/>
              </a:rPr>
              <a:t>商务论坛、媒体与投资者圆桌会议</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5e37cfbb8474ebc"/>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830095012"/>
      </p:ext>
    </p:extLst>
  </p:cSld>
</p:sld>
</file>

<file path=ppt/slides/slide5.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b34b98661b847ec"/>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E469B9-4E05-4E9F-AB86-6E55B4B00E79}"/>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3" name="">
            <a:extLst xmlns:a="http://schemas.openxmlformats.org/drawingml/2006/main">
              <a:ext uri="{FF2B5EF4-FFF2-40B4-BE49-F238E27FC236}">
                <a16:creationId xmlns:a16="http://schemas.microsoft.com/office/drawing/2014/main" id="{D60B59F9-C1D6-49FF-BE19-1652480522B4}"/>
              </a:ext>
            </a:extLst>
          </p:cNvPr>
          <p:cNvSpPr>
            <a:spLocks xmlns:a="http://schemas.openxmlformats.org/drawingml/2006/main" noGrp="1"/>
          </p:cNvSpPr>
          <p:nvPr/>
        </p:nvSpPr>
        <p:spPr>
          <a:xfrm xmlns:a="http://schemas.openxmlformats.org/drawingml/2006/main">
            <a:off x="609600" y="129540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Unicode MS"/>
                <a:ea typeface="Arial Unicode MS"/>
                <a:cs typeface="Arial Unicode MS"/>
              </a:defRPr>
            </a:pPr>
            <a:r>
              <a:rPr sz="4050" b="1">
                <a:solidFill>
                  <a:srgbClr val="FFFFFF"/>
                </a:solidFill>
                <a:latin typeface="Arial Unicode MS"/>
                <a:ea typeface="Arial Unicode MS"/>
                <a:cs typeface="Arial Unicode MS"/>
              </a:rPr>
              <a:t>与 Gotham 保持联系</a:t>
            </a:r>
          </a:p>
        </p:txBody>
      </p:sp>
      <p:sp>
        <p:nvSpPr>
          <p:cNvPr id="4" name="">
            <a:extLst xmlns:a="http://schemas.openxmlformats.org/drawingml/2006/main">
              <a:ext uri="{FF2B5EF4-FFF2-40B4-BE49-F238E27FC236}">
                <a16:creationId xmlns:a16="http://schemas.microsoft.com/office/drawing/2014/main" id="{4090FE74-C2CC-44F7-9E58-5E3D32DA8ADB}"/>
              </a:ext>
            </a:extLst>
          </p:cNvPr>
          <p:cNvSpPr>
            <a:spLocks xmlns:a="http://schemas.openxmlformats.org/drawingml/2006/main" noGrp="1"/>
          </p:cNvSpPr>
          <p:nvPr/>
        </p:nvSpPr>
        <p:spPr>
          <a:xfrm xmlns:a="http://schemas.openxmlformats.org/drawingml/2006/main">
            <a:off x="1066800"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Unicode MS"/>
                <a:ea typeface="Arial Unicode MS"/>
                <a:cs typeface="Arial Unicode MS"/>
              </a:defRPr>
            </a:pPr>
            <a:r>
              <a:rPr sz="2550" b="1">
                <a:solidFill>
                  <a:srgbClr val="FFFFFF"/>
                </a:solidFill>
                <a:latin typeface="Arial Unicode MS"/>
                <a:ea typeface="Arial Unicode MS"/>
                <a:cs typeface="Arial Unicode MS"/>
              </a:rPr>
              <a:t>了解我们的服务</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b182b3031a545f6"/>
          <a:stretch xmlns:a="http://schemas.openxmlformats.org/drawingml/2006/main"/>
        </p:blipFill>
        <p:spPr>
          <a:xfrm xmlns:a="http://schemas.openxmlformats.org/drawingml/2006/main">
            <a:off x="1352550" y="2895600"/>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4EE5BE-6619-489D-B10E-5CF90435FA6B}"/>
              </a:ext>
            </a:extLst>
          </p:cNvPr>
          <p:cNvSpPr>
            <a:spLocks xmlns:a="http://schemas.openxmlformats.org/drawingml/2006/main" noGrp="1"/>
          </p:cNvSpPr>
          <p:nvPr/>
        </p:nvSpPr>
        <p:spPr>
          <a:xfrm xmlns:a="http://schemas.openxmlformats.org/drawingml/2006/main">
            <a:off x="1257300"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p:txBody>
      </p:sp>
      <p:sp>
        <p:nvSpPr>
          <p:cNvPr id="7" name="">
            <a:extLst xmlns:a="http://schemas.openxmlformats.org/drawingml/2006/main">
              <a:ext uri="{FF2B5EF4-FFF2-40B4-BE49-F238E27FC236}">
                <a16:creationId xmlns:a16="http://schemas.microsoft.com/office/drawing/2014/main" id="{824CE962-0DF9-408D-A248-9A7DDA428AB5}"/>
              </a:ext>
            </a:extLst>
          </p:cNvPr>
          <p:cNvSpPr>
            <a:spLocks xmlns:a="http://schemas.openxmlformats.org/drawingml/2006/main" noGrp="1"/>
          </p:cNvSpPr>
          <p:nvPr/>
        </p:nvSpPr>
        <p:spPr>
          <a:xfrm xmlns:a="http://schemas.openxmlformats.org/drawingml/2006/main">
            <a:off x="6905625"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Unicode MS"/>
                <a:ea typeface="Arial Unicode MS"/>
                <a:cs typeface="Arial Unicode MS"/>
              </a:defRPr>
            </a:pPr>
            <a:r>
              <a:rPr sz="2550" b="1">
                <a:solidFill>
                  <a:srgbClr val="FFFFFF"/>
                </a:solidFill>
                <a:latin typeface="Arial Unicode MS"/>
                <a:ea typeface="Arial Unicode MS"/>
                <a:cs typeface="Arial Unicode MS"/>
              </a:rPr>
              <a:t>在 LinkedIn 上关注我们</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bd1e8c165a44006"/>
          <a:stretch xmlns:a="http://schemas.openxmlformats.org/drawingml/2006/main"/>
        </p:blipFill>
        <p:spPr>
          <a:xfrm xmlns:a="http://schemas.openxmlformats.org/drawingml/2006/main">
            <a:off x="7191375" y="2895600"/>
            <a:ext cx="31432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609DEEF-BFFD-4330-B627-7F0A5B5401BF}"/>
              </a:ext>
            </a:extLst>
          </p:cNvPr>
          <p:cNvSpPr>
            <a:spLocks xmlns:a="http://schemas.openxmlformats.org/drawingml/2006/main" noGrp="1"/>
          </p:cNvSpPr>
          <p:nvPr/>
        </p:nvSpPr>
        <p:spPr>
          <a:xfrm xmlns:a="http://schemas.openxmlformats.org/drawingml/2006/main">
            <a:off x="7096125"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p:txBody>
      </p:sp>
    </p:spTree>
    <p:extLst>
      <p:ext uri="{BB962C8B-B14F-4D97-AF65-F5344CB8AC3E}">
        <p14:creationId xmlns:p14="http://schemas.microsoft.com/office/powerpoint/2010/main" val="2119032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2026-10-07T14:46:26.5250000Z</dcterms:created>
  <dcterms:modified xsi:type="dcterms:W3CDTF">2026-10-07T14:46:26.5250000Z</dcterms:modified>
</coreProperties>
</file>